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DF64B92-0D0B-4CF7-A1BA-CCE8FAF87182}" v="4" dt="2026-07-10T17:24:03.46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2" autoAdjust="0"/>
    <p:restoredTop sz="94660"/>
  </p:normalViewPr>
  <p:slideViewPr>
    <p:cSldViewPr snapToGrid="0">
      <p:cViewPr varScale="1">
        <p:scale>
          <a:sx n="86" d="100"/>
          <a:sy n="86" d="100"/>
        </p:scale>
        <p:origin x="72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eni, Casey" userId="b279ab97-d6c2-4bde-a6af-d6343f8c0da7" providerId="ADAL" clId="{3D4865BE-647A-4C32-A8A0-9399DB43CBEF}"/>
    <pc:docChg chg="undo custSel modSld">
      <pc:chgData name="Vieni, Casey" userId="b279ab97-d6c2-4bde-a6af-d6343f8c0da7" providerId="ADAL" clId="{3D4865BE-647A-4C32-A8A0-9399DB43CBEF}" dt="2026-07-10T17:24:11.897" v="480" actId="20577"/>
      <pc:docMkLst>
        <pc:docMk/>
      </pc:docMkLst>
      <pc:sldChg chg="addSp delSp modSp mod">
        <pc:chgData name="Vieni, Casey" userId="b279ab97-d6c2-4bde-a6af-d6343f8c0da7" providerId="ADAL" clId="{3D4865BE-647A-4C32-A8A0-9399DB43CBEF}" dt="2026-07-10T17:24:11.897" v="480" actId="20577"/>
        <pc:sldMkLst>
          <pc:docMk/>
          <pc:sldMk cId="33078297" sldId="256"/>
        </pc:sldMkLst>
        <pc:spChg chg="del">
          <ac:chgData name="Vieni, Casey" userId="b279ab97-d6c2-4bde-a6af-d6343f8c0da7" providerId="ADAL" clId="{3D4865BE-647A-4C32-A8A0-9399DB43CBEF}" dt="2026-07-10T17:21:15.709" v="1" actId="478"/>
          <ac:spMkLst>
            <pc:docMk/>
            <pc:sldMk cId="33078297" sldId="256"/>
            <ac:spMk id="2" creationId="{540C3631-3E30-C596-2A7C-347D64E7699E}"/>
          </ac:spMkLst>
        </pc:spChg>
        <pc:spChg chg="del">
          <ac:chgData name="Vieni, Casey" userId="b279ab97-d6c2-4bde-a6af-d6343f8c0da7" providerId="ADAL" clId="{3D4865BE-647A-4C32-A8A0-9399DB43CBEF}" dt="2026-07-10T17:21:17.174" v="2" actId="478"/>
          <ac:spMkLst>
            <pc:docMk/>
            <pc:sldMk cId="33078297" sldId="256"/>
            <ac:spMk id="3" creationId="{72A24CF7-2B46-0510-8416-EBB8439FE7E8}"/>
          </ac:spMkLst>
        </pc:spChg>
        <pc:graphicFrameChg chg="add mod modGraphic">
          <ac:chgData name="Vieni, Casey" userId="b279ab97-d6c2-4bde-a6af-d6343f8c0da7" providerId="ADAL" clId="{3D4865BE-647A-4C32-A8A0-9399DB43CBEF}" dt="2026-07-10T17:24:11.897" v="480" actId="20577"/>
          <ac:graphicFrameMkLst>
            <pc:docMk/>
            <pc:sldMk cId="33078297" sldId="256"/>
            <ac:graphicFrameMk id="4" creationId="{65408D54-9988-99FA-7895-004024D140AD}"/>
          </ac:graphicFrameMkLst>
        </pc:graphicFrame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168BDA7-0090-453C-B65C-A3DF874E1FE0}" type="doc">
      <dgm:prSet loTypeId="urn:microsoft.com/office/officeart/2005/8/layout/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EC25DB3-9BC2-4D5D-9E75-58ECA8B6E078}">
      <dgm:prSet phldrT="[Text]" phldr="0"/>
      <dgm:spPr/>
      <dgm:t>
        <a:bodyPr/>
        <a:lstStyle/>
        <a:p>
          <a:r>
            <a:rPr lang="en-US" dirty="0"/>
            <a:t>Configuration Module</a:t>
          </a:r>
        </a:p>
      </dgm:t>
    </dgm:pt>
    <dgm:pt modelId="{9E6A4FAF-8E33-4830-B36F-5E611CA23815}" type="parTrans" cxnId="{D9DEDD14-C569-484E-B35D-D0897905B999}">
      <dgm:prSet/>
      <dgm:spPr/>
      <dgm:t>
        <a:bodyPr/>
        <a:lstStyle/>
        <a:p>
          <a:endParaRPr lang="en-US"/>
        </a:p>
      </dgm:t>
    </dgm:pt>
    <dgm:pt modelId="{5594C146-A8DF-452E-8C75-D9B6A650C1B5}" type="sibTrans" cxnId="{D9DEDD14-C569-484E-B35D-D0897905B999}">
      <dgm:prSet/>
      <dgm:spPr/>
      <dgm:t>
        <a:bodyPr/>
        <a:lstStyle/>
        <a:p>
          <a:endParaRPr lang="en-US"/>
        </a:p>
      </dgm:t>
    </dgm:pt>
    <dgm:pt modelId="{A1FB16E0-5E5E-4900-B166-F8067AF3AD13}">
      <dgm:prSet phldrT="[Text]"/>
      <dgm:spPr/>
      <dgm:t>
        <a:bodyPr/>
        <a:lstStyle/>
        <a:p>
          <a:r>
            <a:rPr lang="en-US" dirty="0"/>
            <a:t>Define Inventory (media type, specimen type) </a:t>
          </a:r>
        </a:p>
      </dgm:t>
    </dgm:pt>
    <dgm:pt modelId="{CD2E84D6-B0AE-4771-9602-BC758F6881DB}" type="parTrans" cxnId="{742A5429-CC91-40E6-909D-ACD08AC0E1E1}">
      <dgm:prSet/>
      <dgm:spPr/>
      <dgm:t>
        <a:bodyPr/>
        <a:lstStyle/>
        <a:p>
          <a:endParaRPr lang="en-US"/>
        </a:p>
      </dgm:t>
    </dgm:pt>
    <dgm:pt modelId="{50B99A60-1E40-402D-BF17-9A53473C1758}" type="sibTrans" cxnId="{742A5429-CC91-40E6-909D-ACD08AC0E1E1}">
      <dgm:prSet/>
      <dgm:spPr/>
      <dgm:t>
        <a:bodyPr/>
        <a:lstStyle/>
        <a:p>
          <a:endParaRPr lang="en-US"/>
        </a:p>
      </dgm:t>
    </dgm:pt>
    <dgm:pt modelId="{53B42C06-2789-4225-81BF-0DBA380D929A}">
      <dgm:prSet phldrT="[Text]" phldr="0"/>
      <dgm:spPr/>
      <dgm:t>
        <a:bodyPr/>
        <a:lstStyle/>
        <a:p>
          <a:r>
            <a:rPr lang="en-US" dirty="0"/>
            <a:t>Add new inventory</a:t>
          </a:r>
        </a:p>
      </dgm:t>
    </dgm:pt>
    <dgm:pt modelId="{776F8CBC-CD07-41EB-A74E-7123DBA7C6CF}" type="parTrans" cxnId="{2B9A5485-C413-4A6F-B918-20C67FF916BA}">
      <dgm:prSet/>
      <dgm:spPr/>
      <dgm:t>
        <a:bodyPr/>
        <a:lstStyle/>
        <a:p>
          <a:endParaRPr lang="en-US"/>
        </a:p>
      </dgm:t>
    </dgm:pt>
    <dgm:pt modelId="{70017679-255D-447A-B81D-DE3724B01726}" type="sibTrans" cxnId="{2B9A5485-C413-4A6F-B918-20C67FF916BA}">
      <dgm:prSet/>
      <dgm:spPr/>
      <dgm:t>
        <a:bodyPr/>
        <a:lstStyle/>
        <a:p>
          <a:endParaRPr lang="en-US"/>
        </a:p>
      </dgm:t>
    </dgm:pt>
    <dgm:pt modelId="{152E2F2D-87BA-4601-8A44-9F1B832545D4}">
      <dgm:prSet phldrT="[Text]" phldr="1"/>
      <dgm:spPr/>
      <dgm:t>
        <a:bodyPr/>
        <a:lstStyle/>
        <a:p>
          <a:endParaRPr lang="en-US" dirty="0"/>
        </a:p>
      </dgm:t>
    </dgm:pt>
    <dgm:pt modelId="{83467788-149D-470E-8E2B-E98509542739}" type="parTrans" cxnId="{F4BBC779-A41A-459C-A1E7-241C6BA895DD}">
      <dgm:prSet/>
      <dgm:spPr/>
      <dgm:t>
        <a:bodyPr/>
        <a:lstStyle/>
        <a:p>
          <a:endParaRPr lang="en-US"/>
        </a:p>
      </dgm:t>
    </dgm:pt>
    <dgm:pt modelId="{1F98FD59-4594-4719-8E99-72A1A13CC4D1}" type="sibTrans" cxnId="{F4BBC779-A41A-459C-A1E7-241C6BA895DD}">
      <dgm:prSet/>
      <dgm:spPr/>
      <dgm:t>
        <a:bodyPr/>
        <a:lstStyle/>
        <a:p>
          <a:endParaRPr lang="en-US"/>
        </a:p>
      </dgm:t>
    </dgm:pt>
    <dgm:pt modelId="{E4B6DC8A-0F27-4573-95A9-E6A4362AB980}">
      <dgm:prSet phldrT="[Text]" phldr="1"/>
      <dgm:spPr/>
      <dgm:t>
        <a:bodyPr/>
        <a:lstStyle/>
        <a:p>
          <a:endParaRPr lang="en-US"/>
        </a:p>
      </dgm:t>
    </dgm:pt>
    <dgm:pt modelId="{25B5FB73-897F-4102-8DCF-9274AD49729B}" type="parTrans" cxnId="{76F9C333-485C-4FEB-8E7F-A92292D9DC94}">
      <dgm:prSet/>
      <dgm:spPr/>
      <dgm:t>
        <a:bodyPr/>
        <a:lstStyle/>
        <a:p>
          <a:endParaRPr lang="en-US"/>
        </a:p>
      </dgm:t>
    </dgm:pt>
    <dgm:pt modelId="{BB9612B9-FEA0-4EFE-A75A-F12C66F15797}" type="sibTrans" cxnId="{76F9C333-485C-4FEB-8E7F-A92292D9DC94}">
      <dgm:prSet/>
      <dgm:spPr/>
      <dgm:t>
        <a:bodyPr/>
        <a:lstStyle/>
        <a:p>
          <a:endParaRPr lang="en-US"/>
        </a:p>
      </dgm:t>
    </dgm:pt>
    <dgm:pt modelId="{B76D88A6-83A0-462A-B6ED-45A672B7D559}">
      <dgm:prSet phldrT="[Text]" phldr="0"/>
      <dgm:spPr/>
      <dgm:t>
        <a:bodyPr/>
        <a:lstStyle/>
        <a:p>
          <a:r>
            <a:rPr lang="en-US"/>
            <a:t>Add by lot</a:t>
          </a:r>
          <a:endParaRPr lang="en-US" dirty="0"/>
        </a:p>
      </dgm:t>
    </dgm:pt>
    <dgm:pt modelId="{EAAF4E0A-DE04-412F-9AB9-EC0DC5875F82}" type="parTrans" cxnId="{12BCCED2-DC5F-4BA2-891F-F6294DD02602}">
      <dgm:prSet/>
      <dgm:spPr/>
    </dgm:pt>
    <dgm:pt modelId="{3896D804-E221-4CD4-BDAD-89717101B149}" type="sibTrans" cxnId="{12BCCED2-DC5F-4BA2-891F-F6294DD02602}">
      <dgm:prSet/>
      <dgm:spPr/>
      <dgm:t>
        <a:bodyPr/>
        <a:lstStyle/>
        <a:p>
          <a:endParaRPr lang="en-US"/>
        </a:p>
      </dgm:t>
    </dgm:pt>
    <dgm:pt modelId="{20A0C3E5-6B95-4A88-805F-5FACBCB08F6F}">
      <dgm:prSet phldrT="[Text]" phldr="0"/>
      <dgm:spPr/>
      <dgm:t>
        <a:bodyPr/>
        <a:lstStyle/>
        <a:p>
          <a:r>
            <a:rPr lang="en-US"/>
            <a:t>Define expiration data</a:t>
          </a:r>
          <a:endParaRPr lang="en-US" dirty="0"/>
        </a:p>
      </dgm:t>
    </dgm:pt>
    <dgm:pt modelId="{59CE633E-6B90-41A1-A900-D8D0521003FD}" type="parTrans" cxnId="{14B879A4-8537-47D3-9ACE-2BE6A360EFBE}">
      <dgm:prSet/>
      <dgm:spPr/>
    </dgm:pt>
    <dgm:pt modelId="{8CFE119C-2175-4370-A28C-4629783B2C40}" type="sibTrans" cxnId="{14B879A4-8537-47D3-9ACE-2BE6A360EFBE}">
      <dgm:prSet/>
      <dgm:spPr/>
    </dgm:pt>
    <dgm:pt modelId="{C4D874FE-8E43-4B18-AA19-42B5403ACD07}">
      <dgm:prSet phldrT="[Text]" phldr="0"/>
      <dgm:spPr/>
      <dgm:t>
        <a:bodyPr/>
        <a:lstStyle/>
        <a:p>
          <a:r>
            <a:rPr lang="en-US" dirty="0"/>
            <a:t>Define size of lot</a:t>
          </a:r>
        </a:p>
      </dgm:t>
    </dgm:pt>
    <dgm:pt modelId="{C1EB175F-DA74-45B8-8520-215161B4A70B}" type="parTrans" cxnId="{7618B4FE-F5B7-468C-98F7-E71645550A57}">
      <dgm:prSet/>
      <dgm:spPr/>
    </dgm:pt>
    <dgm:pt modelId="{8D869AE3-231C-4A91-92F2-6A8534D86A33}" type="sibTrans" cxnId="{7618B4FE-F5B7-468C-98F7-E71645550A57}">
      <dgm:prSet/>
      <dgm:spPr/>
    </dgm:pt>
    <dgm:pt modelId="{8ADFD321-13C0-44B1-85A7-2DCA0FE20715}">
      <dgm:prSet phldrT="[Text]" phldr="0"/>
      <dgm:spPr/>
      <dgm:t>
        <a:bodyPr/>
        <a:lstStyle/>
        <a:p>
          <a:r>
            <a:rPr lang="en-US"/>
            <a:t>Calculate total inventory</a:t>
          </a:r>
          <a:endParaRPr lang="en-US" dirty="0"/>
        </a:p>
      </dgm:t>
    </dgm:pt>
    <dgm:pt modelId="{F6E8A740-5B71-4EA0-9A19-0211BB76E3D6}" type="parTrans" cxnId="{AF4765B3-E51B-482A-B7FD-6CC9A683D702}">
      <dgm:prSet/>
      <dgm:spPr/>
    </dgm:pt>
    <dgm:pt modelId="{8DCFA0B0-6701-47AF-9B3E-981E67FC15D8}" type="sibTrans" cxnId="{AF4765B3-E51B-482A-B7FD-6CC9A683D702}">
      <dgm:prSet/>
      <dgm:spPr/>
    </dgm:pt>
    <dgm:pt modelId="{8E731A31-DEE1-4754-B43F-FD3D10E57D48}">
      <dgm:prSet phldrT="[Text]" phldr="0"/>
      <dgm:spPr/>
      <dgm:t>
        <a:bodyPr/>
        <a:lstStyle/>
        <a:p>
          <a:r>
            <a:rPr lang="en-US"/>
            <a:t>Remove expired media</a:t>
          </a:r>
          <a:endParaRPr lang="en-US" dirty="0"/>
        </a:p>
      </dgm:t>
    </dgm:pt>
    <dgm:pt modelId="{6FAE07AA-E99A-4D8E-BDBB-346A149E21E6}" type="parTrans" cxnId="{098277B7-66C1-4691-AF9E-F295A14B6E60}">
      <dgm:prSet/>
      <dgm:spPr/>
    </dgm:pt>
    <dgm:pt modelId="{8FDFEF7E-1526-4FF9-BACB-F0F3D924819F}" type="sibTrans" cxnId="{098277B7-66C1-4691-AF9E-F295A14B6E60}">
      <dgm:prSet/>
      <dgm:spPr/>
    </dgm:pt>
    <dgm:pt modelId="{FB926A07-7905-4893-B86D-36000A6FE546}">
      <dgm:prSet phldrT="[Text]" phldr="0"/>
      <dgm:spPr/>
      <dgm:t>
        <a:bodyPr/>
        <a:lstStyle/>
        <a:p>
          <a:r>
            <a:rPr lang="en-US" dirty="0"/>
            <a:t>Receive specimen + consume media</a:t>
          </a:r>
        </a:p>
      </dgm:t>
    </dgm:pt>
    <dgm:pt modelId="{7A9416D8-85D2-42F8-86A8-D136A2F0CD46}" type="parTrans" cxnId="{EAB596DD-CE1A-403F-87B5-F085AB16585F}">
      <dgm:prSet/>
      <dgm:spPr/>
    </dgm:pt>
    <dgm:pt modelId="{12AAB204-AF18-48B8-9AC2-2BF27F1EABD8}" type="sibTrans" cxnId="{EAB596DD-CE1A-403F-87B5-F085AB16585F}">
      <dgm:prSet/>
      <dgm:spPr/>
      <dgm:t>
        <a:bodyPr/>
        <a:lstStyle/>
        <a:p>
          <a:endParaRPr lang="en-US"/>
        </a:p>
      </dgm:t>
    </dgm:pt>
    <dgm:pt modelId="{A1C17368-8F26-4070-AC6F-F1F93546ECC9}">
      <dgm:prSet phldrT="[Text]" phldr="0"/>
      <dgm:spPr/>
      <dgm:t>
        <a:bodyPr/>
        <a:lstStyle/>
        <a:p>
          <a:r>
            <a:rPr lang="en-US"/>
            <a:t>Use media</a:t>
          </a:r>
          <a:endParaRPr lang="en-US" dirty="0"/>
        </a:p>
      </dgm:t>
    </dgm:pt>
    <dgm:pt modelId="{43780DD3-810D-4800-818C-185198627075}" type="parTrans" cxnId="{E766D175-E0D3-4BCF-B0E1-690F72329450}">
      <dgm:prSet/>
      <dgm:spPr/>
    </dgm:pt>
    <dgm:pt modelId="{F8759AFE-432B-4ADF-B4CA-4DBEFD8D845D}" type="sibTrans" cxnId="{E766D175-E0D3-4BCF-B0E1-690F72329450}">
      <dgm:prSet/>
      <dgm:spPr/>
      <dgm:t>
        <a:bodyPr/>
        <a:lstStyle/>
        <a:p>
          <a:endParaRPr lang="en-US"/>
        </a:p>
      </dgm:t>
    </dgm:pt>
    <dgm:pt modelId="{C0B5328B-85FE-4D18-B1E0-B5DBC7FD17C5}">
      <dgm:prSet phldrT="[Text]" phldr="0"/>
      <dgm:spPr/>
      <dgm:t>
        <a:bodyPr/>
        <a:lstStyle/>
        <a:p>
          <a:r>
            <a:rPr lang="en-US"/>
            <a:t>Subtract from lot</a:t>
          </a:r>
          <a:endParaRPr lang="en-US" dirty="0"/>
        </a:p>
      </dgm:t>
    </dgm:pt>
    <dgm:pt modelId="{C5DEBDE5-542D-42AB-B147-9540AB56B948}" type="parTrans" cxnId="{9C902CFB-8595-41A4-A008-DAE4019AC0B2}">
      <dgm:prSet/>
      <dgm:spPr/>
    </dgm:pt>
    <dgm:pt modelId="{A318B8F3-22D2-4B7B-A1BB-76A5E402EF77}" type="sibTrans" cxnId="{9C902CFB-8595-41A4-A008-DAE4019AC0B2}">
      <dgm:prSet/>
      <dgm:spPr/>
    </dgm:pt>
    <dgm:pt modelId="{5A6E98CE-0101-41E5-B12E-FA7CF01C96D0}">
      <dgm:prSet phldrT="[Text]" phldr="0"/>
      <dgm:spPr/>
      <dgm:t>
        <a:bodyPr/>
        <a:lstStyle/>
        <a:p>
          <a:r>
            <a:rPr lang="en-US"/>
            <a:t>90% of time use first in first out lot?</a:t>
          </a:r>
          <a:endParaRPr lang="en-US" dirty="0"/>
        </a:p>
      </dgm:t>
    </dgm:pt>
    <dgm:pt modelId="{2C68979B-9ABE-4F38-B65D-AB144AC34D57}" type="parTrans" cxnId="{1B4682B8-2277-4C71-B900-EB10B368EEAF}">
      <dgm:prSet/>
      <dgm:spPr/>
    </dgm:pt>
    <dgm:pt modelId="{C11C6D8B-71D3-4FE4-B8F1-172769D1E109}" type="sibTrans" cxnId="{1B4682B8-2277-4C71-B900-EB10B368EEAF}">
      <dgm:prSet/>
      <dgm:spPr/>
    </dgm:pt>
    <dgm:pt modelId="{3B4036C7-485B-4D49-A638-7BEE34E77200}">
      <dgm:prSet phldrT="[Text]" phldr="0"/>
      <dgm:spPr/>
      <dgm:t>
        <a:bodyPr/>
        <a:lstStyle/>
        <a:p>
          <a:r>
            <a:rPr lang="en-US"/>
            <a:t>Place order for more media</a:t>
          </a:r>
          <a:endParaRPr lang="en-US" dirty="0"/>
        </a:p>
      </dgm:t>
    </dgm:pt>
    <dgm:pt modelId="{898C1FCA-9237-407C-9D51-936F81EFF4F5}" type="parTrans" cxnId="{CFE00B58-9DBF-4596-A87E-9CFC5FAA41EF}">
      <dgm:prSet/>
      <dgm:spPr/>
    </dgm:pt>
    <dgm:pt modelId="{F3003FB4-8AB2-48DE-8889-8A173C562F45}" type="sibTrans" cxnId="{CFE00B58-9DBF-4596-A87E-9CFC5FAA41EF}">
      <dgm:prSet/>
      <dgm:spPr/>
      <dgm:t>
        <a:bodyPr/>
        <a:lstStyle/>
        <a:p>
          <a:endParaRPr lang="en-US"/>
        </a:p>
      </dgm:t>
    </dgm:pt>
    <dgm:pt modelId="{6B7B3926-846F-426F-ACF3-2657CDDE11C9}">
      <dgm:prSet phldrT="[Text]" phldr="0"/>
      <dgm:spPr/>
      <dgm:t>
        <a:bodyPr/>
        <a:lstStyle/>
        <a:p>
          <a:r>
            <a:rPr lang="en-US"/>
            <a:t>Frequency of order? </a:t>
          </a:r>
          <a:endParaRPr lang="en-US" dirty="0"/>
        </a:p>
      </dgm:t>
    </dgm:pt>
    <dgm:pt modelId="{3AA25AC2-E604-4F83-BF82-9DE7B9D4B705}" type="parTrans" cxnId="{5C3B1A63-1BE2-425A-81B8-3CCCEB75ED71}">
      <dgm:prSet/>
      <dgm:spPr/>
    </dgm:pt>
    <dgm:pt modelId="{B9024E90-8D05-44A1-B4C5-35120ED8F7DC}" type="sibTrans" cxnId="{5C3B1A63-1BE2-425A-81B8-3CCCEB75ED71}">
      <dgm:prSet/>
      <dgm:spPr/>
      <dgm:t>
        <a:bodyPr/>
        <a:lstStyle/>
        <a:p>
          <a:endParaRPr lang="en-US"/>
        </a:p>
      </dgm:t>
    </dgm:pt>
    <dgm:pt modelId="{A7067A51-1326-40D4-A89B-8CFC8E6E0E39}">
      <dgm:prSet phldrT="[Text]" phldr="0"/>
      <dgm:spPr/>
      <dgm:t>
        <a:bodyPr/>
        <a:lstStyle/>
        <a:p>
          <a:r>
            <a:rPr lang="en-US"/>
            <a:t>Lead time from order placed to arrival</a:t>
          </a:r>
          <a:endParaRPr lang="en-US" dirty="0"/>
        </a:p>
      </dgm:t>
    </dgm:pt>
    <dgm:pt modelId="{EE561993-9856-4C87-B2CD-24BED6ED6D6D}" type="parTrans" cxnId="{94BAC3C4-FC9C-4B59-A226-83F134D4BCD4}">
      <dgm:prSet/>
      <dgm:spPr/>
    </dgm:pt>
    <dgm:pt modelId="{B7F47FE6-7B28-4244-BE95-025D8F8E9B6B}" type="sibTrans" cxnId="{94BAC3C4-FC9C-4B59-A226-83F134D4BCD4}">
      <dgm:prSet/>
      <dgm:spPr/>
    </dgm:pt>
    <dgm:pt modelId="{4BDA14D5-A538-4BB1-9ECC-35E7419FDD25}" type="pres">
      <dgm:prSet presAssocID="{4168BDA7-0090-453C-B65C-A3DF874E1FE0}" presName="diagram" presStyleCnt="0">
        <dgm:presLayoutVars>
          <dgm:dir/>
          <dgm:resizeHandles val="exact"/>
        </dgm:presLayoutVars>
      </dgm:prSet>
      <dgm:spPr/>
    </dgm:pt>
    <dgm:pt modelId="{937552F4-A4BA-478B-B252-DDA5F479D6AB}" type="pres">
      <dgm:prSet presAssocID="{CEC25DB3-9BC2-4D5D-9E75-58ECA8B6E078}" presName="node" presStyleLbl="node1" presStyleIdx="0" presStyleCnt="6">
        <dgm:presLayoutVars>
          <dgm:bulletEnabled val="1"/>
        </dgm:presLayoutVars>
      </dgm:prSet>
      <dgm:spPr/>
    </dgm:pt>
    <dgm:pt modelId="{AC53A240-F5C1-4A62-9301-AA023703D60C}" type="pres">
      <dgm:prSet presAssocID="{5594C146-A8DF-452E-8C75-D9B6A650C1B5}" presName="sibTrans" presStyleLbl="sibTrans2D1" presStyleIdx="0" presStyleCnt="5"/>
      <dgm:spPr/>
    </dgm:pt>
    <dgm:pt modelId="{A622D6A5-3DB5-4FDF-A0B6-81574D2A13B5}" type="pres">
      <dgm:prSet presAssocID="{5594C146-A8DF-452E-8C75-D9B6A650C1B5}" presName="connectorText" presStyleLbl="sibTrans2D1" presStyleIdx="0" presStyleCnt="5"/>
      <dgm:spPr/>
    </dgm:pt>
    <dgm:pt modelId="{38A1F3BD-98CF-4504-8CD3-2C925B37DB15}" type="pres">
      <dgm:prSet presAssocID="{53B42C06-2789-4225-81BF-0DBA380D929A}" presName="node" presStyleLbl="node1" presStyleIdx="1" presStyleCnt="6">
        <dgm:presLayoutVars>
          <dgm:bulletEnabled val="1"/>
        </dgm:presLayoutVars>
      </dgm:prSet>
      <dgm:spPr/>
    </dgm:pt>
    <dgm:pt modelId="{2BDD846C-7B31-488A-BADA-13C3ADA1F1A0}" type="pres">
      <dgm:prSet presAssocID="{70017679-255D-447A-B81D-DE3724B01726}" presName="sibTrans" presStyleLbl="sibTrans2D1" presStyleIdx="1" presStyleCnt="5"/>
      <dgm:spPr/>
    </dgm:pt>
    <dgm:pt modelId="{94DF3C1B-BEB8-4E39-8470-4BD1E059890B}" type="pres">
      <dgm:prSet presAssocID="{70017679-255D-447A-B81D-DE3724B01726}" presName="connectorText" presStyleLbl="sibTrans2D1" presStyleIdx="1" presStyleCnt="5"/>
      <dgm:spPr/>
    </dgm:pt>
    <dgm:pt modelId="{8E3D6235-C4B1-44E1-B152-FBFE968741B5}" type="pres">
      <dgm:prSet presAssocID="{FB926A07-7905-4893-B86D-36000A6FE546}" presName="node" presStyleLbl="node1" presStyleIdx="2" presStyleCnt="6">
        <dgm:presLayoutVars>
          <dgm:bulletEnabled val="1"/>
        </dgm:presLayoutVars>
      </dgm:prSet>
      <dgm:spPr/>
    </dgm:pt>
    <dgm:pt modelId="{30900E21-EE20-4BA8-A0EF-72B1DB946F9D}" type="pres">
      <dgm:prSet presAssocID="{12AAB204-AF18-48B8-9AC2-2BF27F1EABD8}" presName="sibTrans" presStyleLbl="sibTrans2D1" presStyleIdx="2" presStyleCnt="5"/>
      <dgm:spPr/>
    </dgm:pt>
    <dgm:pt modelId="{C4BACCC7-4CA7-4EA2-AEA0-BE6E0B5C9FD8}" type="pres">
      <dgm:prSet presAssocID="{12AAB204-AF18-48B8-9AC2-2BF27F1EABD8}" presName="connectorText" presStyleLbl="sibTrans2D1" presStyleIdx="2" presStyleCnt="5"/>
      <dgm:spPr/>
    </dgm:pt>
    <dgm:pt modelId="{EE5CA4F7-90D0-4698-9232-ED23B578E9E2}" type="pres">
      <dgm:prSet presAssocID="{3B4036C7-485B-4D49-A638-7BEE34E77200}" presName="node" presStyleLbl="node1" presStyleIdx="3" presStyleCnt="6">
        <dgm:presLayoutVars>
          <dgm:bulletEnabled val="1"/>
        </dgm:presLayoutVars>
      </dgm:prSet>
      <dgm:spPr/>
    </dgm:pt>
    <dgm:pt modelId="{CB003747-A62E-420F-B8AE-C183AB8DD2D9}" type="pres">
      <dgm:prSet presAssocID="{F3003FB4-8AB2-48DE-8889-8A173C562F45}" presName="sibTrans" presStyleLbl="sibTrans2D1" presStyleIdx="3" presStyleCnt="5"/>
      <dgm:spPr/>
    </dgm:pt>
    <dgm:pt modelId="{25CB19DA-6618-4192-B875-ED320E2AC99F}" type="pres">
      <dgm:prSet presAssocID="{F3003FB4-8AB2-48DE-8889-8A173C562F45}" presName="connectorText" presStyleLbl="sibTrans2D1" presStyleIdx="3" presStyleCnt="5"/>
      <dgm:spPr/>
    </dgm:pt>
    <dgm:pt modelId="{EAEF0FDE-5973-4A95-9B33-7D62B880D6FE}" type="pres">
      <dgm:prSet presAssocID="{152E2F2D-87BA-4601-8A44-9F1B832545D4}" presName="node" presStyleLbl="node1" presStyleIdx="4" presStyleCnt="6">
        <dgm:presLayoutVars>
          <dgm:bulletEnabled val="1"/>
        </dgm:presLayoutVars>
      </dgm:prSet>
      <dgm:spPr/>
    </dgm:pt>
    <dgm:pt modelId="{3A626DBD-E01F-49CE-8016-58BC3DD880CE}" type="pres">
      <dgm:prSet presAssocID="{1F98FD59-4594-4719-8E99-72A1A13CC4D1}" presName="sibTrans" presStyleLbl="sibTrans2D1" presStyleIdx="4" presStyleCnt="5"/>
      <dgm:spPr/>
    </dgm:pt>
    <dgm:pt modelId="{7C412CC7-616B-408D-B595-B9B6261EED3D}" type="pres">
      <dgm:prSet presAssocID="{1F98FD59-4594-4719-8E99-72A1A13CC4D1}" presName="connectorText" presStyleLbl="sibTrans2D1" presStyleIdx="4" presStyleCnt="5"/>
      <dgm:spPr/>
    </dgm:pt>
    <dgm:pt modelId="{00B02B42-3A5E-475F-9201-D5A9EF547677}" type="pres">
      <dgm:prSet presAssocID="{E4B6DC8A-0F27-4573-95A9-E6A4362AB980}" presName="node" presStyleLbl="node1" presStyleIdx="5" presStyleCnt="6">
        <dgm:presLayoutVars>
          <dgm:bulletEnabled val="1"/>
        </dgm:presLayoutVars>
      </dgm:prSet>
      <dgm:spPr/>
    </dgm:pt>
  </dgm:ptLst>
  <dgm:cxnLst>
    <dgm:cxn modelId="{00261D12-060E-4338-904C-A49F90D07A4B}" type="presOf" srcId="{C0B5328B-85FE-4D18-B1E0-B5DBC7FD17C5}" destId="{8E3D6235-C4B1-44E1-B152-FBFE968741B5}" srcOrd="0" destOrd="2" presId="urn:microsoft.com/office/officeart/2005/8/layout/process5"/>
    <dgm:cxn modelId="{D9DEDD14-C569-484E-B35D-D0897905B999}" srcId="{4168BDA7-0090-453C-B65C-A3DF874E1FE0}" destId="{CEC25DB3-9BC2-4D5D-9E75-58ECA8B6E078}" srcOrd="0" destOrd="0" parTransId="{9E6A4FAF-8E33-4830-B36F-5E611CA23815}" sibTransId="{5594C146-A8DF-452E-8C75-D9B6A650C1B5}"/>
    <dgm:cxn modelId="{1384751C-DA8E-438E-9815-7508BDA15A34}" type="presOf" srcId="{8ADFD321-13C0-44B1-85A7-2DCA0FE20715}" destId="{38A1F3BD-98CF-4504-8CD3-2C925B37DB15}" srcOrd="0" destOrd="4" presId="urn:microsoft.com/office/officeart/2005/8/layout/process5"/>
    <dgm:cxn modelId="{742A5429-CC91-40E6-909D-ACD08AC0E1E1}" srcId="{CEC25DB3-9BC2-4D5D-9E75-58ECA8B6E078}" destId="{A1FB16E0-5E5E-4900-B166-F8067AF3AD13}" srcOrd="0" destOrd="0" parTransId="{CD2E84D6-B0AE-4771-9602-BC758F6881DB}" sibTransId="{50B99A60-1E40-402D-BF17-9A53473C1758}"/>
    <dgm:cxn modelId="{76F9C333-485C-4FEB-8E7F-A92292D9DC94}" srcId="{4168BDA7-0090-453C-B65C-A3DF874E1FE0}" destId="{E4B6DC8A-0F27-4573-95A9-E6A4362AB980}" srcOrd="5" destOrd="0" parTransId="{25B5FB73-897F-4102-8DCF-9274AD49729B}" sibTransId="{BB9612B9-FEA0-4EFE-A75A-F12C66F15797}"/>
    <dgm:cxn modelId="{D032C834-5F50-4CB7-80D5-ACC13FC1F1CE}" type="presOf" srcId="{70017679-255D-447A-B81D-DE3724B01726}" destId="{94DF3C1B-BEB8-4E39-8470-4BD1E059890B}" srcOrd="1" destOrd="0" presId="urn:microsoft.com/office/officeart/2005/8/layout/process5"/>
    <dgm:cxn modelId="{D8D40736-97CC-4E75-A192-9140A7F31066}" type="presOf" srcId="{3B4036C7-485B-4D49-A638-7BEE34E77200}" destId="{EE5CA4F7-90D0-4698-9232-ED23B578E9E2}" srcOrd="0" destOrd="0" presId="urn:microsoft.com/office/officeart/2005/8/layout/process5"/>
    <dgm:cxn modelId="{076EFB42-BB8C-4B90-B50F-2DDCD46F38E1}" type="presOf" srcId="{20A0C3E5-6B95-4A88-805F-5FACBCB08F6F}" destId="{38A1F3BD-98CF-4504-8CD3-2C925B37DB15}" srcOrd="0" destOrd="2" presId="urn:microsoft.com/office/officeart/2005/8/layout/process5"/>
    <dgm:cxn modelId="{5C3B1A63-1BE2-425A-81B8-3CCCEB75ED71}" srcId="{3B4036C7-485B-4D49-A638-7BEE34E77200}" destId="{6B7B3926-846F-426F-ACF3-2657CDDE11C9}" srcOrd="0" destOrd="0" parTransId="{3AA25AC2-E604-4F83-BF82-9DE7B9D4B705}" sibTransId="{B9024E90-8D05-44A1-B4C5-35120ED8F7DC}"/>
    <dgm:cxn modelId="{BD83FE43-BD1A-4319-9B5E-921CC02B353A}" type="presOf" srcId="{152E2F2D-87BA-4601-8A44-9F1B832545D4}" destId="{EAEF0FDE-5973-4A95-9B33-7D62B880D6FE}" srcOrd="0" destOrd="0" presId="urn:microsoft.com/office/officeart/2005/8/layout/process5"/>
    <dgm:cxn modelId="{75C46745-B183-4710-94C6-8DE8C673057A}" type="presOf" srcId="{12AAB204-AF18-48B8-9AC2-2BF27F1EABD8}" destId="{30900E21-EE20-4BA8-A0EF-72B1DB946F9D}" srcOrd="0" destOrd="0" presId="urn:microsoft.com/office/officeart/2005/8/layout/process5"/>
    <dgm:cxn modelId="{F48D7447-7EC0-4012-90BC-3CDB46B78843}" type="presOf" srcId="{53B42C06-2789-4225-81BF-0DBA380D929A}" destId="{38A1F3BD-98CF-4504-8CD3-2C925B37DB15}" srcOrd="0" destOrd="0" presId="urn:microsoft.com/office/officeart/2005/8/layout/process5"/>
    <dgm:cxn modelId="{83E3DA67-A254-4F9A-B5D4-F8F65C41F843}" type="presOf" srcId="{A1FB16E0-5E5E-4900-B166-F8067AF3AD13}" destId="{937552F4-A4BA-478B-B252-DDA5F479D6AB}" srcOrd="0" destOrd="1" presId="urn:microsoft.com/office/officeart/2005/8/layout/process5"/>
    <dgm:cxn modelId="{CE83BB49-1142-4C5B-842B-FE945C6D3A57}" type="presOf" srcId="{FB926A07-7905-4893-B86D-36000A6FE546}" destId="{8E3D6235-C4B1-44E1-B152-FBFE968741B5}" srcOrd="0" destOrd="0" presId="urn:microsoft.com/office/officeart/2005/8/layout/process5"/>
    <dgm:cxn modelId="{342DDE49-6371-462C-915D-540100737450}" type="presOf" srcId="{E4B6DC8A-0F27-4573-95A9-E6A4362AB980}" destId="{00B02B42-3A5E-475F-9201-D5A9EF547677}" srcOrd="0" destOrd="0" presId="urn:microsoft.com/office/officeart/2005/8/layout/process5"/>
    <dgm:cxn modelId="{6D54C56B-D333-4DC0-8373-0403B6DEF25A}" type="presOf" srcId="{CEC25DB3-9BC2-4D5D-9E75-58ECA8B6E078}" destId="{937552F4-A4BA-478B-B252-DDA5F479D6AB}" srcOrd="0" destOrd="0" presId="urn:microsoft.com/office/officeart/2005/8/layout/process5"/>
    <dgm:cxn modelId="{16630352-D72C-44E2-AC5C-94EA37721049}" type="presOf" srcId="{B76D88A6-83A0-462A-B6ED-45A672B7D559}" destId="{38A1F3BD-98CF-4504-8CD3-2C925B37DB15}" srcOrd="0" destOrd="1" presId="urn:microsoft.com/office/officeart/2005/8/layout/process5"/>
    <dgm:cxn modelId="{E766D175-E0D3-4BCF-B0E1-690F72329450}" srcId="{FB926A07-7905-4893-B86D-36000A6FE546}" destId="{A1C17368-8F26-4070-AC6F-F1F93546ECC9}" srcOrd="0" destOrd="0" parTransId="{43780DD3-810D-4800-818C-185198627075}" sibTransId="{F8759AFE-432B-4ADF-B4CA-4DBEFD8D845D}"/>
    <dgm:cxn modelId="{CFE00B58-9DBF-4596-A87E-9CFC5FAA41EF}" srcId="{4168BDA7-0090-453C-B65C-A3DF874E1FE0}" destId="{3B4036C7-485B-4D49-A638-7BEE34E77200}" srcOrd="3" destOrd="0" parTransId="{898C1FCA-9237-407C-9D51-936F81EFF4F5}" sibTransId="{F3003FB4-8AB2-48DE-8889-8A173C562F45}"/>
    <dgm:cxn modelId="{8159B558-FCD1-490A-B904-34DBB151E22D}" type="presOf" srcId="{F3003FB4-8AB2-48DE-8889-8A173C562F45}" destId="{25CB19DA-6618-4192-B875-ED320E2AC99F}" srcOrd="1" destOrd="0" presId="urn:microsoft.com/office/officeart/2005/8/layout/process5"/>
    <dgm:cxn modelId="{F4BBC779-A41A-459C-A1E7-241C6BA895DD}" srcId="{4168BDA7-0090-453C-B65C-A3DF874E1FE0}" destId="{152E2F2D-87BA-4601-8A44-9F1B832545D4}" srcOrd="4" destOrd="0" parTransId="{83467788-149D-470E-8E2B-E98509542739}" sibTransId="{1F98FD59-4594-4719-8E99-72A1A13CC4D1}"/>
    <dgm:cxn modelId="{8595097B-60C6-4461-8FFA-7EB7705773B3}" type="presOf" srcId="{8E731A31-DEE1-4754-B43F-FD3D10E57D48}" destId="{38A1F3BD-98CF-4504-8CD3-2C925B37DB15}" srcOrd="0" destOrd="5" presId="urn:microsoft.com/office/officeart/2005/8/layout/process5"/>
    <dgm:cxn modelId="{38D1A27B-1D2A-4FC9-BE03-58CB4C8B7D71}" type="presOf" srcId="{5594C146-A8DF-452E-8C75-D9B6A650C1B5}" destId="{AC53A240-F5C1-4A62-9301-AA023703D60C}" srcOrd="0" destOrd="0" presId="urn:microsoft.com/office/officeart/2005/8/layout/process5"/>
    <dgm:cxn modelId="{2B9A5485-C413-4A6F-B918-20C67FF916BA}" srcId="{4168BDA7-0090-453C-B65C-A3DF874E1FE0}" destId="{53B42C06-2789-4225-81BF-0DBA380D929A}" srcOrd="1" destOrd="0" parTransId="{776F8CBC-CD07-41EB-A74E-7123DBA7C6CF}" sibTransId="{70017679-255D-447A-B81D-DE3724B01726}"/>
    <dgm:cxn modelId="{5BFB3D8B-4750-4560-B4EF-A39AE09A03AC}" type="presOf" srcId="{12AAB204-AF18-48B8-9AC2-2BF27F1EABD8}" destId="{C4BACCC7-4CA7-4EA2-AEA0-BE6E0B5C9FD8}" srcOrd="1" destOrd="0" presId="urn:microsoft.com/office/officeart/2005/8/layout/process5"/>
    <dgm:cxn modelId="{2E9F4290-499E-424E-BE74-829EAC239EF4}" type="presOf" srcId="{A1C17368-8F26-4070-AC6F-F1F93546ECC9}" destId="{8E3D6235-C4B1-44E1-B152-FBFE968741B5}" srcOrd="0" destOrd="1" presId="urn:microsoft.com/office/officeart/2005/8/layout/process5"/>
    <dgm:cxn modelId="{5BF65F91-2C71-4D6B-8E07-461126837A97}" type="presOf" srcId="{F3003FB4-8AB2-48DE-8889-8A173C562F45}" destId="{CB003747-A62E-420F-B8AE-C183AB8DD2D9}" srcOrd="0" destOrd="0" presId="urn:microsoft.com/office/officeart/2005/8/layout/process5"/>
    <dgm:cxn modelId="{14B879A4-8537-47D3-9ACE-2BE6A360EFBE}" srcId="{B76D88A6-83A0-462A-B6ED-45A672B7D559}" destId="{20A0C3E5-6B95-4A88-805F-5FACBCB08F6F}" srcOrd="0" destOrd="0" parTransId="{59CE633E-6B90-41A1-A900-D8D0521003FD}" sibTransId="{8CFE119C-2175-4370-A28C-4629783B2C40}"/>
    <dgm:cxn modelId="{93D782A7-9228-4924-8A9C-4EEFD06D593F}" type="presOf" srcId="{6B7B3926-846F-426F-ACF3-2657CDDE11C9}" destId="{EE5CA4F7-90D0-4698-9232-ED23B578E9E2}" srcOrd="0" destOrd="1" presId="urn:microsoft.com/office/officeart/2005/8/layout/process5"/>
    <dgm:cxn modelId="{E087DAAA-6E29-45E1-9104-EFED9354BE6A}" type="presOf" srcId="{5594C146-A8DF-452E-8C75-D9B6A650C1B5}" destId="{A622D6A5-3DB5-4FDF-A0B6-81574D2A13B5}" srcOrd="1" destOrd="0" presId="urn:microsoft.com/office/officeart/2005/8/layout/process5"/>
    <dgm:cxn modelId="{AF4765B3-E51B-482A-B7FD-6CC9A683D702}" srcId="{53B42C06-2789-4225-81BF-0DBA380D929A}" destId="{8ADFD321-13C0-44B1-85A7-2DCA0FE20715}" srcOrd="1" destOrd="0" parTransId="{F6E8A740-5B71-4EA0-9A19-0211BB76E3D6}" sibTransId="{8DCFA0B0-6701-47AF-9B3E-981E67FC15D8}"/>
    <dgm:cxn modelId="{098277B7-66C1-4691-AF9E-F295A14B6E60}" srcId="{53B42C06-2789-4225-81BF-0DBA380D929A}" destId="{8E731A31-DEE1-4754-B43F-FD3D10E57D48}" srcOrd="2" destOrd="0" parTransId="{6FAE07AA-E99A-4D8E-BDBB-346A149E21E6}" sibTransId="{8FDFEF7E-1526-4FF9-BACB-F0F3D924819F}"/>
    <dgm:cxn modelId="{84490BB8-8B67-4567-BDB6-14395F95562A}" type="presOf" srcId="{1F98FD59-4594-4719-8E99-72A1A13CC4D1}" destId="{7C412CC7-616B-408D-B595-B9B6261EED3D}" srcOrd="1" destOrd="0" presId="urn:microsoft.com/office/officeart/2005/8/layout/process5"/>
    <dgm:cxn modelId="{1B4682B8-2277-4C71-B900-EB10B368EEAF}" srcId="{C0B5328B-85FE-4D18-B1E0-B5DBC7FD17C5}" destId="{5A6E98CE-0101-41E5-B12E-FA7CF01C96D0}" srcOrd="0" destOrd="0" parTransId="{2C68979B-9ABE-4F38-B65D-AB144AC34D57}" sibTransId="{C11C6D8B-71D3-4FE4-B8F1-172769D1E109}"/>
    <dgm:cxn modelId="{94BAC3C4-FC9C-4B59-A226-83F134D4BCD4}" srcId="{3B4036C7-485B-4D49-A638-7BEE34E77200}" destId="{A7067A51-1326-40D4-A89B-8CFC8E6E0E39}" srcOrd="1" destOrd="0" parTransId="{EE561993-9856-4C87-B2CD-24BED6ED6D6D}" sibTransId="{B7F47FE6-7B28-4244-BE95-025D8F8E9B6B}"/>
    <dgm:cxn modelId="{79A1FEC8-88AB-447F-AD6C-BC6EC8588439}" type="presOf" srcId="{C4D874FE-8E43-4B18-AA19-42B5403ACD07}" destId="{38A1F3BD-98CF-4504-8CD3-2C925B37DB15}" srcOrd="0" destOrd="3" presId="urn:microsoft.com/office/officeart/2005/8/layout/process5"/>
    <dgm:cxn modelId="{5F56F4CD-9BC3-4655-951D-9FE2EB0C148E}" type="presOf" srcId="{1F98FD59-4594-4719-8E99-72A1A13CC4D1}" destId="{3A626DBD-E01F-49CE-8016-58BC3DD880CE}" srcOrd="0" destOrd="0" presId="urn:microsoft.com/office/officeart/2005/8/layout/process5"/>
    <dgm:cxn modelId="{12BCCED2-DC5F-4BA2-891F-F6294DD02602}" srcId="{53B42C06-2789-4225-81BF-0DBA380D929A}" destId="{B76D88A6-83A0-462A-B6ED-45A672B7D559}" srcOrd="0" destOrd="0" parTransId="{EAAF4E0A-DE04-412F-9AB9-EC0DC5875F82}" sibTransId="{3896D804-E221-4CD4-BDAD-89717101B149}"/>
    <dgm:cxn modelId="{EAB596DD-CE1A-403F-87B5-F085AB16585F}" srcId="{4168BDA7-0090-453C-B65C-A3DF874E1FE0}" destId="{FB926A07-7905-4893-B86D-36000A6FE546}" srcOrd="2" destOrd="0" parTransId="{7A9416D8-85D2-42F8-86A8-D136A2F0CD46}" sibTransId="{12AAB204-AF18-48B8-9AC2-2BF27F1EABD8}"/>
    <dgm:cxn modelId="{DFD6BCE7-A5E0-4D0D-865B-713F68C32734}" type="presOf" srcId="{70017679-255D-447A-B81D-DE3724B01726}" destId="{2BDD846C-7B31-488A-BADA-13C3ADA1F1A0}" srcOrd="0" destOrd="0" presId="urn:microsoft.com/office/officeart/2005/8/layout/process5"/>
    <dgm:cxn modelId="{D23DF2E8-5791-4C18-A14D-4DD8969D8126}" type="presOf" srcId="{4168BDA7-0090-453C-B65C-A3DF874E1FE0}" destId="{4BDA14D5-A538-4BB1-9ECC-35E7419FDD25}" srcOrd="0" destOrd="0" presId="urn:microsoft.com/office/officeart/2005/8/layout/process5"/>
    <dgm:cxn modelId="{2A3E40F3-4F3A-479E-8CB0-0D1DA3C4FCAE}" type="presOf" srcId="{A7067A51-1326-40D4-A89B-8CFC8E6E0E39}" destId="{EE5CA4F7-90D0-4698-9232-ED23B578E9E2}" srcOrd="0" destOrd="2" presId="urn:microsoft.com/office/officeart/2005/8/layout/process5"/>
    <dgm:cxn modelId="{9C902CFB-8595-41A4-A008-DAE4019AC0B2}" srcId="{FB926A07-7905-4893-B86D-36000A6FE546}" destId="{C0B5328B-85FE-4D18-B1E0-B5DBC7FD17C5}" srcOrd="1" destOrd="0" parTransId="{C5DEBDE5-542D-42AB-B147-9540AB56B948}" sibTransId="{A318B8F3-22D2-4B7B-A1BB-76A5E402EF77}"/>
    <dgm:cxn modelId="{7618B4FE-F5B7-468C-98F7-E71645550A57}" srcId="{B76D88A6-83A0-462A-B6ED-45A672B7D559}" destId="{C4D874FE-8E43-4B18-AA19-42B5403ACD07}" srcOrd="1" destOrd="0" parTransId="{C1EB175F-DA74-45B8-8520-215161B4A70B}" sibTransId="{8D869AE3-231C-4A91-92F2-6A8534D86A33}"/>
    <dgm:cxn modelId="{E0D535FF-0865-42F8-BA5A-D5884D43DDFD}" type="presOf" srcId="{5A6E98CE-0101-41E5-B12E-FA7CF01C96D0}" destId="{8E3D6235-C4B1-44E1-B152-FBFE968741B5}" srcOrd="0" destOrd="3" presId="urn:microsoft.com/office/officeart/2005/8/layout/process5"/>
    <dgm:cxn modelId="{42C100CA-ABFE-47B4-99BC-0F00F855D0D2}" type="presParOf" srcId="{4BDA14D5-A538-4BB1-9ECC-35E7419FDD25}" destId="{937552F4-A4BA-478B-B252-DDA5F479D6AB}" srcOrd="0" destOrd="0" presId="urn:microsoft.com/office/officeart/2005/8/layout/process5"/>
    <dgm:cxn modelId="{9AF44CE6-9FE5-407C-8899-CE334B1C94AD}" type="presParOf" srcId="{4BDA14D5-A538-4BB1-9ECC-35E7419FDD25}" destId="{AC53A240-F5C1-4A62-9301-AA023703D60C}" srcOrd="1" destOrd="0" presId="urn:microsoft.com/office/officeart/2005/8/layout/process5"/>
    <dgm:cxn modelId="{B329F4FD-2821-4244-8D4E-3EC0E15BAAEA}" type="presParOf" srcId="{AC53A240-F5C1-4A62-9301-AA023703D60C}" destId="{A622D6A5-3DB5-4FDF-A0B6-81574D2A13B5}" srcOrd="0" destOrd="0" presId="urn:microsoft.com/office/officeart/2005/8/layout/process5"/>
    <dgm:cxn modelId="{87CCF980-2ACC-4CB4-B9A2-EB6C5F80163C}" type="presParOf" srcId="{4BDA14D5-A538-4BB1-9ECC-35E7419FDD25}" destId="{38A1F3BD-98CF-4504-8CD3-2C925B37DB15}" srcOrd="2" destOrd="0" presId="urn:microsoft.com/office/officeart/2005/8/layout/process5"/>
    <dgm:cxn modelId="{7D3E34B1-B138-4B95-914A-66496F6BA918}" type="presParOf" srcId="{4BDA14D5-A538-4BB1-9ECC-35E7419FDD25}" destId="{2BDD846C-7B31-488A-BADA-13C3ADA1F1A0}" srcOrd="3" destOrd="0" presId="urn:microsoft.com/office/officeart/2005/8/layout/process5"/>
    <dgm:cxn modelId="{90A0A528-C04F-4448-8D44-BE82232E7F33}" type="presParOf" srcId="{2BDD846C-7B31-488A-BADA-13C3ADA1F1A0}" destId="{94DF3C1B-BEB8-4E39-8470-4BD1E059890B}" srcOrd="0" destOrd="0" presId="urn:microsoft.com/office/officeart/2005/8/layout/process5"/>
    <dgm:cxn modelId="{CE6BD947-0905-47A9-90C3-2ACC846A1C76}" type="presParOf" srcId="{4BDA14D5-A538-4BB1-9ECC-35E7419FDD25}" destId="{8E3D6235-C4B1-44E1-B152-FBFE968741B5}" srcOrd="4" destOrd="0" presId="urn:microsoft.com/office/officeart/2005/8/layout/process5"/>
    <dgm:cxn modelId="{A385D913-9535-452D-A3F1-917E7A3B4833}" type="presParOf" srcId="{4BDA14D5-A538-4BB1-9ECC-35E7419FDD25}" destId="{30900E21-EE20-4BA8-A0EF-72B1DB946F9D}" srcOrd="5" destOrd="0" presId="urn:microsoft.com/office/officeart/2005/8/layout/process5"/>
    <dgm:cxn modelId="{14F9187E-EA2C-4339-8C2A-AF98439DDA3D}" type="presParOf" srcId="{30900E21-EE20-4BA8-A0EF-72B1DB946F9D}" destId="{C4BACCC7-4CA7-4EA2-AEA0-BE6E0B5C9FD8}" srcOrd="0" destOrd="0" presId="urn:microsoft.com/office/officeart/2005/8/layout/process5"/>
    <dgm:cxn modelId="{02FEF92A-C2EA-4319-96BF-064F14D2EB59}" type="presParOf" srcId="{4BDA14D5-A538-4BB1-9ECC-35E7419FDD25}" destId="{EE5CA4F7-90D0-4698-9232-ED23B578E9E2}" srcOrd="6" destOrd="0" presId="urn:microsoft.com/office/officeart/2005/8/layout/process5"/>
    <dgm:cxn modelId="{EF4337E5-54AA-4C0E-A272-A21DE670BDC4}" type="presParOf" srcId="{4BDA14D5-A538-4BB1-9ECC-35E7419FDD25}" destId="{CB003747-A62E-420F-B8AE-C183AB8DD2D9}" srcOrd="7" destOrd="0" presId="urn:microsoft.com/office/officeart/2005/8/layout/process5"/>
    <dgm:cxn modelId="{8224FEC1-94A8-418A-B7DA-49956B0780FE}" type="presParOf" srcId="{CB003747-A62E-420F-B8AE-C183AB8DD2D9}" destId="{25CB19DA-6618-4192-B875-ED320E2AC99F}" srcOrd="0" destOrd="0" presId="urn:microsoft.com/office/officeart/2005/8/layout/process5"/>
    <dgm:cxn modelId="{5D753A38-99F5-4D6C-AA18-A0CFAB2D3A67}" type="presParOf" srcId="{4BDA14D5-A538-4BB1-9ECC-35E7419FDD25}" destId="{EAEF0FDE-5973-4A95-9B33-7D62B880D6FE}" srcOrd="8" destOrd="0" presId="urn:microsoft.com/office/officeart/2005/8/layout/process5"/>
    <dgm:cxn modelId="{D792B913-4822-4A73-BFB5-74DDA1951748}" type="presParOf" srcId="{4BDA14D5-A538-4BB1-9ECC-35E7419FDD25}" destId="{3A626DBD-E01F-49CE-8016-58BC3DD880CE}" srcOrd="9" destOrd="0" presId="urn:microsoft.com/office/officeart/2005/8/layout/process5"/>
    <dgm:cxn modelId="{AE4BF2AB-0B55-4307-AEF1-CED36E81E766}" type="presParOf" srcId="{3A626DBD-E01F-49CE-8016-58BC3DD880CE}" destId="{7C412CC7-616B-408D-B595-B9B6261EED3D}" srcOrd="0" destOrd="0" presId="urn:microsoft.com/office/officeart/2005/8/layout/process5"/>
    <dgm:cxn modelId="{533B5A02-B2A9-4EE5-B1A2-40925B4B042D}" type="presParOf" srcId="{4BDA14D5-A538-4BB1-9ECC-35E7419FDD25}" destId="{00B02B42-3A5E-475F-9201-D5A9EF547677}" srcOrd="10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7552F4-A4BA-478B-B252-DDA5F479D6AB}">
      <dsp:nvSpPr>
        <dsp:cNvPr id="0" name=""/>
        <dsp:cNvSpPr/>
      </dsp:nvSpPr>
      <dsp:spPr>
        <a:xfrm>
          <a:off x="7515" y="1054775"/>
          <a:ext cx="2246178" cy="134770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Configuration Module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 dirty="0"/>
            <a:t>Define Inventory (media type, specimen type) </a:t>
          </a:r>
        </a:p>
      </dsp:txBody>
      <dsp:txXfrm>
        <a:off x="46988" y="1094248"/>
        <a:ext cx="2167232" cy="1268760"/>
      </dsp:txXfrm>
    </dsp:sp>
    <dsp:sp modelId="{AC53A240-F5C1-4A62-9301-AA023703D60C}">
      <dsp:nvSpPr>
        <dsp:cNvPr id="0" name=""/>
        <dsp:cNvSpPr/>
      </dsp:nvSpPr>
      <dsp:spPr>
        <a:xfrm>
          <a:off x="2451356" y="1450102"/>
          <a:ext cx="476189" cy="55705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>
        <a:off x="2451356" y="1561512"/>
        <a:ext cx="333332" cy="334232"/>
      </dsp:txXfrm>
    </dsp:sp>
    <dsp:sp modelId="{38A1F3BD-98CF-4504-8CD3-2C925B37DB15}">
      <dsp:nvSpPr>
        <dsp:cNvPr id="0" name=""/>
        <dsp:cNvSpPr/>
      </dsp:nvSpPr>
      <dsp:spPr>
        <a:xfrm>
          <a:off x="3152164" y="1054775"/>
          <a:ext cx="2246178" cy="134770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Add new inventory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/>
            <a:t>Add by lot</a:t>
          </a:r>
          <a:endParaRPr lang="en-US" sz="1100" kern="1200" dirty="0"/>
        </a:p>
        <a:p>
          <a:pPr marL="114300" lvl="2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/>
            <a:t>Define expiration data</a:t>
          </a:r>
          <a:endParaRPr lang="en-US" sz="1100" kern="1200" dirty="0"/>
        </a:p>
        <a:p>
          <a:pPr marL="114300" lvl="2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 dirty="0"/>
            <a:t>Define size of lot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/>
            <a:t>Calculate total inventory</a:t>
          </a:r>
          <a:endParaRPr lang="en-US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/>
            <a:t>Remove expired media</a:t>
          </a:r>
          <a:endParaRPr lang="en-US" sz="1100" kern="1200" dirty="0"/>
        </a:p>
      </dsp:txBody>
      <dsp:txXfrm>
        <a:off x="3191637" y="1094248"/>
        <a:ext cx="2167232" cy="1268760"/>
      </dsp:txXfrm>
    </dsp:sp>
    <dsp:sp modelId="{2BDD846C-7B31-488A-BADA-13C3ADA1F1A0}">
      <dsp:nvSpPr>
        <dsp:cNvPr id="0" name=""/>
        <dsp:cNvSpPr/>
      </dsp:nvSpPr>
      <dsp:spPr>
        <a:xfrm>
          <a:off x="5596006" y="1450102"/>
          <a:ext cx="476189" cy="55705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>
        <a:off x="5596006" y="1561512"/>
        <a:ext cx="333332" cy="334232"/>
      </dsp:txXfrm>
    </dsp:sp>
    <dsp:sp modelId="{8E3D6235-C4B1-44E1-B152-FBFE968741B5}">
      <dsp:nvSpPr>
        <dsp:cNvPr id="0" name=""/>
        <dsp:cNvSpPr/>
      </dsp:nvSpPr>
      <dsp:spPr>
        <a:xfrm>
          <a:off x="6296813" y="1054775"/>
          <a:ext cx="2246178" cy="134770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Receive specimen + consume media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/>
            <a:t>Use media</a:t>
          </a:r>
          <a:endParaRPr lang="en-US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/>
            <a:t>Subtract from lot</a:t>
          </a:r>
          <a:endParaRPr lang="en-US" sz="1100" kern="1200" dirty="0"/>
        </a:p>
        <a:p>
          <a:pPr marL="114300" lvl="2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/>
            <a:t>90% of time use first in first out lot?</a:t>
          </a:r>
          <a:endParaRPr lang="en-US" sz="1100" kern="1200" dirty="0"/>
        </a:p>
      </dsp:txBody>
      <dsp:txXfrm>
        <a:off x="6336286" y="1094248"/>
        <a:ext cx="2167232" cy="1268760"/>
      </dsp:txXfrm>
    </dsp:sp>
    <dsp:sp modelId="{30900E21-EE20-4BA8-A0EF-72B1DB946F9D}">
      <dsp:nvSpPr>
        <dsp:cNvPr id="0" name=""/>
        <dsp:cNvSpPr/>
      </dsp:nvSpPr>
      <dsp:spPr>
        <a:xfrm rot="5400000">
          <a:off x="7181807" y="2559714"/>
          <a:ext cx="476189" cy="55705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 rot="-5400000">
        <a:off x="7252786" y="2600146"/>
        <a:ext cx="334232" cy="333332"/>
      </dsp:txXfrm>
    </dsp:sp>
    <dsp:sp modelId="{EE5CA4F7-90D0-4698-9232-ED23B578E9E2}">
      <dsp:nvSpPr>
        <dsp:cNvPr id="0" name=""/>
        <dsp:cNvSpPr/>
      </dsp:nvSpPr>
      <dsp:spPr>
        <a:xfrm>
          <a:off x="6296813" y="3300953"/>
          <a:ext cx="2246178" cy="134770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Place order for more media</a:t>
          </a:r>
          <a:endParaRPr lang="en-US" sz="14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/>
            <a:t>Frequency of order? </a:t>
          </a:r>
          <a:endParaRPr lang="en-US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/>
            <a:t>Lead time from order placed to arrival</a:t>
          </a:r>
          <a:endParaRPr lang="en-US" sz="1100" kern="1200" dirty="0"/>
        </a:p>
      </dsp:txBody>
      <dsp:txXfrm>
        <a:off x="6336286" y="3340426"/>
        <a:ext cx="2167232" cy="1268760"/>
      </dsp:txXfrm>
    </dsp:sp>
    <dsp:sp modelId="{CB003747-A62E-420F-B8AE-C183AB8DD2D9}">
      <dsp:nvSpPr>
        <dsp:cNvPr id="0" name=""/>
        <dsp:cNvSpPr/>
      </dsp:nvSpPr>
      <dsp:spPr>
        <a:xfrm rot="10800000">
          <a:off x="5622960" y="3696280"/>
          <a:ext cx="476189" cy="55705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 rot="10800000">
        <a:off x="5765817" y="3807690"/>
        <a:ext cx="333332" cy="334232"/>
      </dsp:txXfrm>
    </dsp:sp>
    <dsp:sp modelId="{EAEF0FDE-5973-4A95-9B33-7D62B880D6FE}">
      <dsp:nvSpPr>
        <dsp:cNvPr id="0" name=""/>
        <dsp:cNvSpPr/>
      </dsp:nvSpPr>
      <dsp:spPr>
        <a:xfrm>
          <a:off x="3152164" y="3300953"/>
          <a:ext cx="2246178" cy="134770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 dirty="0"/>
        </a:p>
      </dsp:txBody>
      <dsp:txXfrm>
        <a:off x="3191637" y="3340426"/>
        <a:ext cx="2167232" cy="1268760"/>
      </dsp:txXfrm>
    </dsp:sp>
    <dsp:sp modelId="{3A626DBD-E01F-49CE-8016-58BC3DD880CE}">
      <dsp:nvSpPr>
        <dsp:cNvPr id="0" name=""/>
        <dsp:cNvSpPr/>
      </dsp:nvSpPr>
      <dsp:spPr>
        <a:xfrm rot="10800000">
          <a:off x="2478311" y="3696280"/>
          <a:ext cx="476189" cy="55705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 rot="10800000">
        <a:off x="2621168" y="3807690"/>
        <a:ext cx="333332" cy="334232"/>
      </dsp:txXfrm>
    </dsp:sp>
    <dsp:sp modelId="{00B02B42-3A5E-475F-9201-D5A9EF547677}">
      <dsp:nvSpPr>
        <dsp:cNvPr id="0" name=""/>
        <dsp:cNvSpPr/>
      </dsp:nvSpPr>
      <dsp:spPr>
        <a:xfrm>
          <a:off x="7515" y="3300953"/>
          <a:ext cx="2246178" cy="134770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46988" y="3340426"/>
        <a:ext cx="2167232" cy="12687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A0743-B183-C491-5FBE-DFD97699B7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21495E-9035-98E6-4CD4-DD9A846719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668221-75FB-57EF-CA08-555476639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B5CE0-2AEE-4A84-84F3-B59E95CB4063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45A802-974D-6BA6-2D36-1EA7B3CAA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9009A5-6994-94D2-DAAE-32C021C18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3500E-D258-4E51-B0A6-5002212D4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6802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D252F-8B42-C376-51AA-B7951C6E1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30027B-D783-6F82-69FB-AAB638DE11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47ABDF-189F-4C5C-5F4B-4931798E5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B5CE0-2AEE-4A84-84F3-B59E95CB4063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9DFD3D-EE4B-C885-E672-9E44F1DDB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A7DCAF-16AC-FA53-91B1-D1C32AA00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3500E-D258-4E51-B0A6-5002212D4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64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8554D-0696-C6FC-EBCE-9D28A5812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C75A49-E9D9-D4C3-54E3-C95604F6DD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04D3A5-D912-C0CD-66A0-1437E8A3C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B5CE0-2AEE-4A84-84F3-B59E95CB4063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7251C7-C85A-4CF6-07CA-D00B0B8DF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9A05E6-0884-DF7A-1509-86B301555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3500E-D258-4E51-B0A6-5002212D4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2327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370B1-4CE8-A641-C144-D2A417D9A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82F21A-12CA-7BF7-36DC-E43E103002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EEEB24-56BA-2223-1236-E9F3D3F371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882BBD-247D-D50E-D947-F9148E4C66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B5CE0-2AEE-4A84-84F3-B59E95CB4063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B26682-7F17-33D9-25F5-8C0307B62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2F824E-501F-29E9-6317-8B3C73B00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3500E-D258-4E51-B0A6-5002212D4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2868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0198B-4986-C290-C28A-CB21E7D63A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22C129-A186-FA54-CD75-D46AE7B081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9C098F-E014-9E70-EBEB-FDCBD92AD6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7B0ECC-CC82-9B41-78C0-2EB62D48CF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570B89-F420-0A9F-ECBD-D5A14D5FC4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2C06C0A-6C70-FC4E-9012-0B664E73D5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B5CE0-2AEE-4A84-84F3-B59E95CB4063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C856FE4-069E-5B5C-4FA1-A93D89427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7B9B44D-DA9A-819C-0C2A-7F026E7EB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3500E-D258-4E51-B0A6-5002212D4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805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0E749-EB12-6D6C-7D37-DC4D4A64B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B23E27-FF17-5DFC-7F32-40FED5F23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B5CE0-2AEE-4A84-84F3-B59E95CB4063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45D91C-3638-52C3-38B5-39A0FEAAD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C9AB8F-7624-7937-AEF1-6BC20D7AD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3500E-D258-4E51-B0A6-5002212D4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3108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63104F-3023-C4FE-0426-728FE35CD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B5CE0-2AEE-4A84-84F3-B59E95CB4063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B09E4D-DC64-368B-F104-38184891A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50E074-D45E-EBF9-837A-C9BC8E705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3500E-D258-4E51-B0A6-5002212D4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6224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CAAC1-A1E1-16F0-BD0F-C6504C8C8E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F9C716-3116-B759-58E0-0EEA4765B1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E50962-D841-FDCC-97EB-4EE2C96380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89F7C0-122B-E59B-1808-1EDDC45CC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B5CE0-2AEE-4A84-84F3-B59E95CB4063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742DB1-04C5-43DD-830A-11A176C5A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4ED7F3-86A3-6FF1-9873-E6B41DC82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3500E-D258-4E51-B0A6-5002212D4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1370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4CFB01-FC3A-BA42-E6BE-77CEA7A44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C76286-68E3-88C3-BF31-6C0990DD32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1FBB65-C18E-F7A0-2EFB-F28118D004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7A33A0-2273-E7D0-EB30-552C04E3A3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B5CE0-2AEE-4A84-84F3-B59E95CB4063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1BCFA2-6571-591D-5F7C-859CA1D4F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E54547-C236-933D-C180-9AE6142FF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3500E-D258-4E51-B0A6-5002212D4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2974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61D8F-325D-788D-364C-2DFE16FA8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C69F2C-1D8C-5F69-0582-D1BE3DE950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780316-4AE4-DEDF-3B1F-A33FD0371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B5CE0-2AEE-4A84-84F3-B59E95CB4063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CA9014-5028-2C3A-216A-F2CC75348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D877AC-A3DA-FABA-3051-8718C5D4B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3500E-D258-4E51-B0A6-5002212D4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7001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10157C-3CBA-BD41-E5EC-D13EA459BE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637AD7-0861-4B37-3F3F-1D04F122BF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723E3A-82BB-616F-B6E6-0F1955B75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B5CE0-2AEE-4A84-84F3-B59E95CB4063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FC85FB-1FF9-8BD6-5734-831C37629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6225DB-CCE7-D43A-F98A-D59C6A59B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3500E-D258-4E51-B0A6-5002212D4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9780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B69297-9855-31FE-6CD0-06FBCE484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1C1428-9FD7-3ECE-319C-188A061DBB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AA098D-083D-5785-A86D-2D2D1F5569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9B5CE0-2AEE-4A84-84F3-B59E95CB4063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9F2764-F7A0-449D-DB31-765527793F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C2A1AA-392D-EE2A-75E2-B8D06052B8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83500E-D258-4E51-B0A6-5002212D432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8B7024-7F81-59E7-6851-AEB7351FE78A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107156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Private Information</a:t>
            </a:r>
          </a:p>
        </p:txBody>
      </p:sp>
    </p:spTree>
    <p:extLst>
      <p:ext uri="{BB962C8B-B14F-4D97-AF65-F5344CB8AC3E}">
        <p14:creationId xmlns:p14="http://schemas.microsoft.com/office/powerpoint/2010/main" val="23101302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65408D54-9988-99FA-7895-004024D140A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34355528"/>
              </p:ext>
            </p:extLst>
          </p:nvPr>
        </p:nvGraphicFramePr>
        <p:xfrm>
          <a:off x="2031999" y="719666"/>
          <a:ext cx="8550507" cy="57034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0782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67</Words>
  <Application>Microsoft Office PowerPoint</Application>
  <PresentationFormat>Widescreen</PresentationFormat>
  <Paragraphs>15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>ARUP Laboratories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Vieni, Casey</dc:creator>
  <cp:lastModifiedBy>Vieni, Casey</cp:lastModifiedBy>
  <cp:revision>1</cp:revision>
  <dcterms:created xsi:type="dcterms:W3CDTF">2026-07-10T17:20:41Z</dcterms:created>
  <dcterms:modified xsi:type="dcterms:W3CDTF">2026-07-10T17:24:20Z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528a15d-fe30-4bc2-853f-da171899c8c3_Enabled">
    <vt:lpwstr>true</vt:lpwstr>
  </property>
  <property fmtid="{D5CDD505-2E9C-101B-9397-08002B2CF9AE}" pid="3" name="MSIP_Label_7528a15d-fe30-4bc2-853f-da171899c8c3_SetDate">
    <vt:lpwstr>2026-07-10T17:20:41Z</vt:lpwstr>
  </property>
  <property fmtid="{D5CDD505-2E9C-101B-9397-08002B2CF9AE}" pid="4" name="MSIP_Label_7528a15d-fe30-4bc2-853f-da171899c8c3_Method">
    <vt:lpwstr>Standard</vt:lpwstr>
  </property>
  <property fmtid="{D5CDD505-2E9C-101B-9397-08002B2CF9AE}" pid="5" name="MSIP_Label_7528a15d-fe30-4bc2-853f-da171899c8c3_Name">
    <vt:lpwstr>Private Data</vt:lpwstr>
  </property>
  <property fmtid="{D5CDD505-2E9C-101B-9397-08002B2CF9AE}" pid="6" name="MSIP_Label_7528a15d-fe30-4bc2-853f-da171899c8c3_SiteId">
    <vt:lpwstr>5bd0d628-d6ea-4086-954f-69792a5faa57</vt:lpwstr>
  </property>
  <property fmtid="{D5CDD505-2E9C-101B-9397-08002B2CF9AE}" pid="7" name="MSIP_Label_7528a15d-fe30-4bc2-853f-da171899c8c3_ActionId">
    <vt:lpwstr>b5d5cf60-e08a-465d-82ad-22d8d0140e97</vt:lpwstr>
  </property>
  <property fmtid="{D5CDD505-2E9C-101B-9397-08002B2CF9AE}" pid="8" name="MSIP_Label_7528a15d-fe30-4bc2-853f-da171899c8c3_ContentBits">
    <vt:lpwstr>2</vt:lpwstr>
  </property>
  <property fmtid="{D5CDD505-2E9C-101B-9397-08002B2CF9AE}" pid="9" name="MSIP_Label_7528a15d-fe30-4bc2-853f-da171899c8c3_Tag">
    <vt:lpwstr>10, 3, 0, 1</vt:lpwstr>
  </property>
  <property fmtid="{D5CDD505-2E9C-101B-9397-08002B2CF9AE}" pid="10" name="ClassificationContentMarkingFooterLocations">
    <vt:lpwstr>Office Theme:8</vt:lpwstr>
  </property>
  <property fmtid="{D5CDD505-2E9C-101B-9397-08002B2CF9AE}" pid="11" name="ClassificationContentMarkingFooterText">
    <vt:lpwstr>Private Information</vt:lpwstr>
  </property>
</Properties>
</file>